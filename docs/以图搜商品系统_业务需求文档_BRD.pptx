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以图搜商品系统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业务需求文档（BRD）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 v3.9（需求定稿）  |  2026-02-07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适用范围：研发 / 测试 / 运维 / 架构评审 / 合作方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SZWEGO B2B SaaS 电商平台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一、项目概述 — 背景与业务目标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0972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SZWEGO 服务 2-3 亿 DAU 和 4000 万商家的 B2B SaaS 电商平台。构建“以图搜商品”能力，用户上传图片后快速检索相似商品，提升商品发现效率和用户购物体验。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68880"/>
            <a:ext cx="265176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核心能力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全图+局部匹配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2468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4688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商家范围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500-3000 商家过滤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4688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时间策略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9m/18m/3m + 常青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4904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检索质量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Top100 相关性≥95%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200400" y="37490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74904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系统规模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~29.5 亿图片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35040" y="37490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74904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成本约束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最简可行方案优先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核心业务场景 &amp; 非目标声明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65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精准找同款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上传实拍图，返回相同或高度相似的商品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采购商、代购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965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找相似款式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上传喜欢的款式图，返回风格相近的商品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消费者、设计师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65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196596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商家内搜索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 500-3000 商家范围内以图搜图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商家自查、供应链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1143000"/>
            <a:ext cx="19659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1430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长尾查询兜底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645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无精准匹配时返回同类目相似推荐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2560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所有用户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8412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非目标声明（Out of Scope）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不保证 100% 找到同款（近似检索系统）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不承诺跨行业语义理解（不支持主观审美描述）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不替代关键词搜索（互补关系）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不支持人工干预单次搜索结果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图搜为增强型发现能力 — 系统完全不可用时对核心交易链路无影响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业务指标体系 — 搜索到下单转化漏斗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搜索请求  —  100%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6583680" cy="4572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结果展示  —  ~98%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用户点击  —  ≥35%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2971800"/>
            <a:ext cx="4114800" cy="457200"/>
          </a:xfrm>
          <a:prstGeom prst="rect">
            <a:avLst/>
          </a:prstGeom>
          <a:solidFill>
            <a:srgbClr val="FF7043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971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发起询盘  —  ≥8%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3566160"/>
            <a:ext cx="2926080" cy="4572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成功下单  —  ≥15%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4160520"/>
            <a:ext cx="1828800" cy="45720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图搜 GMV  —  ≥3%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1188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质量目标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Recall@20 ≥ 80%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76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NDCG@20 ≥ 0.70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≥ 8%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2468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跳出率 ≤ 55%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负反馈率 ≤ 4%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0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二、数据规模与口径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系统总容量 ~29.5 亿图片 | 月增 ~1.47 亿 | 4000 万商家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数据规模总览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269748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52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月新增图片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~1.47 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 1.4 亿 + 视频帧 700 万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43000"/>
            <a:ext cx="2697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52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个月滚动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~26.5 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1.47 亿/月 × 18 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527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常青节点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≤3 亿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硬上限，长期保留经典图片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688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系统总容量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~29.5 亿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滚动 + 常青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246888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46888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当前商家数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4000 万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年增 ~1500 万，10 年至 2 亿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2697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46888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峰值写入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834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281/秒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月均 1.47 亿，集中 6 小时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94760"/>
            <a:ext cx="73152" cy="10972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每图最低数据模型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42062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维向量 (1KB)  |  商家 ID 列表 1~3000 个  |  URI ≤128 字符  |  标签 8~32 个  |  单图合计 ~1.2~13KB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数据时间分层架构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7772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常青节点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≤3 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慢变行业经典款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长期保留，不受 TTL 淘汰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与热区同等可用性保障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82880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热区 0-3 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~4.4 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极致可用 99.99%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任何故障下必须可查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承载 80-85% 查询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82880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温区 3-9 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~8.8 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1089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常态查询范围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故障时可降级跳过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182880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冷区 9-18 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~13.3 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4069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扩展查询范围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最低优先级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1188720"/>
            <a:ext cx="31089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1188720"/>
            <a:ext cx="310896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数据生命周期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1783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普通图片 18 个月滚动淘汰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0" y="2130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常青节点不受 TTL，受 ≤3 亿预算约束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0" y="24780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商家关联随图片 TTL 同步清理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0" y="28254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向量索引按月分区，到期删除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0" y="3172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商家关联仅追加、不可逆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0" y="3520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常青池超 2.5 亿触发月度清理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0" y="3867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清理年限递降: 5→4→3→2 年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0" y="42153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年为保护下限，不可再降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0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三/四、业务流程与功能需求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写入流程 · 检索级联 · 置信度策略 · 数据范围查询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检索级联流程 — 快路径 vs 慢路径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14400"/>
          </a:xfrm>
          <a:prstGeom prst="rect">
            <a:avLst/>
          </a:prstGeom>
          <a:solidFill>
            <a:srgbClr val="0B7A7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特征提取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2024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 粗筛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≤50ms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20240" cy="914400"/>
          </a:xfrm>
          <a:prstGeom prst="rect">
            <a:avLst/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商家过滤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≤8ms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1325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20240" cy="9144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Refine 精排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快路径 (75-85% 请求)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2926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 score ≥ 0.75 → confidence = HIGH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仅全图 ANN + 过滤 + Refine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不触发子图提取（Lazy 模式）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P95 ≈ 43ms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“找到了与图片高度一致的商品”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774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慢路径 Fallback (15-25%)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 score &lt; 0.75 → 触发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子图延迟提取 (≤15ms)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子图 3 路 + 标签联合召回（并行）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融合排序: 全图 0.4 + 子图 0.3 + 标签 0.2 + 类目 0.1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慢路径总延迟 P99 ≤ 148ms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写入流程 — update-image / update-video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8463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84632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update-image（生产主链路 95%+ 写入）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调用方提供 URI + merchant_id + category_l1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Redis/PG 查询 URI 是否已存在（近 3 个月）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已存在 → 仅追加商家关联（~3-8ms）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不存在 → 新图片创建: image_id = sha256(uri)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系统自动: 下载图片 → 特征提取 → 常青推导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Milvus + PG + Redis + 发送 Kafka 事件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聚合 → PG Bitmap rb_or() → CDC → RocksDB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1143000"/>
            <a:ext cx="32918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143000"/>
            <a:ext cx="32918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update-video（视频写入）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1737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下载视频文件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提取前 5 秒 3 个关键帧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每帧独立执行 update-image 流程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P95 ≤ 2s / P99 ≤ 5s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月增 ~700 万帧 (占总增量 5%)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3657600"/>
            <a:ext cx="3291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0" y="3657600"/>
            <a:ext cx="32918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关键设计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069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image_id 确定性: sha256(uri)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天然幂等: 相同 URI 不重复提取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商家仅追加、不删除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置信度标记 &amp; 数据范围查询（data_scope）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检索置信度 — 用户提示语义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3840480" cy="109728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级别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用户提示文案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找到了与图片高度一致的商品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0.50~0.75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未找到完全同款，以下是相似款式推荐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暂未找到高度相似商品，以下是同类推荐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43000"/>
            <a:ext cx="40233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43000"/>
            <a:ext cx="40233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data_scope — 按行业特征选择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37360"/>
          <a:ext cx="3749040" cy="109728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检索范围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典型行业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evergreen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仅常青分区 (≤3亿)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电子/家具/五金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仅滚动 (受 time_range)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服装/美妆/饰品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(默认)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常青 + 滚动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跨行业/通用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3566160"/>
            <a:ext cx="84124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search_scope_desc — 用户可读搜索范围描述（前端直接展示）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全平台搜索："全平台商品（近9个月 + 经典款）"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商家范围搜索："在 {N} 个商家范围内搜索"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5488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降级模式："当前搜索范围已缩小（近3个月 + 经典款）"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75488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过滤跳过："搜索范围已扩大，结果可能包含其他商家商品"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0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五、性能与质量要求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P99 &lt; 300ms | QPS &gt; 100 | Recall@100 ≥ 95%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在线查询性能 SLO &amp; 延迟预算分解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28016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QPS 峰值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100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8308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83080" y="1143000"/>
            <a:ext cx="1280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P95 延迟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120ms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1280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P99 延迟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300ms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43000"/>
            <a:ext cx="1280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Recall@100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95%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143000"/>
            <a:ext cx="12801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Precision@100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90%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52360" y="1143000"/>
            <a:ext cx="12801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143000"/>
            <a:ext cx="128016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1252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覆盖率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1508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 85%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延迟预算分解（端到端 P99 &lt; 300ms）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914400"/>
                <a:gridCol w="475488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描述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查询侧特征提取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TensorRT FP16 + Lazy 子图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向量粗筛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+ SQ8, top_k=2000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商家过滤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bitmap-filter-service + gRPC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 精排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热区向量内存化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其他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网络/序列化/降级判断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富余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安全余量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~190ms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吸收抖动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写入性能 &amp; 可见性 SLA &amp; 召回质量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写入可见性 SLA（三级）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批量写入 / image/index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≤15s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783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≤30s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update-image 已有图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≤30s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≤60s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7315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update-image 新图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3464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≤45s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≤90s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1430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43000"/>
            <a:ext cx="40233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相似性分层定义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完全相同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179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同一图片不同版本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同款商品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SPU 不同角度/场景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高度相似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不同商家同款式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类目相关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同类目但款式差异大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 不相关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不同类目或无关内容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2918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强相关 (Recall): L2+ | 相关 (Precision): L1+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Recall@20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≥80%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 ≥85%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4028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NDCG@20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24028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≥0.70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24028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 ≥0.75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319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≥8%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93192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 ≥12%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2356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跳出率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2356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≤55%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62356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 ≤45%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负反馈率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≤4%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315200" y="4389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成熟期 ≤2%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2011680"/>
          </a:xfrm>
          <a:prstGeom prst="rect">
            <a:avLst/>
          </a:prstGeom>
          <a:solidFill>
            <a:srgbClr val="1620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六、高可用与 SLA 设计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 99.99% | 完整功能 99.5% | 自动降级优先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分级策略 &amp; 降级状态机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 99.99%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覆盖: 近 3 个月热数据 ~4.4 亿 + 常青 ≤3 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承载 80-85% 查询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保障: 3 副本 + 跨 AZ + 自动故障转移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月停机预算: ≤ 4.0~4.5 分钟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完整功能 99.5%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覆盖: 全量 18 个月 + 常青 ≤29.5 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15-20% 查询涉及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保障: 1 副本 + 降级兜底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月停机预算: ≤ 3.4~3.9 小时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系统降级状态机 (S0→S4)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1463040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S0 正常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383280"/>
            <a:ext cx="1463040" cy="5486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 预降级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3383280"/>
            <a:ext cx="1463040" cy="5486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S2 强降级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1463040" cy="548640"/>
          </a:xfrm>
          <a:prstGeom prst="rect">
            <a:avLst/>
          </a:prstGeom>
          <a:solidFill>
            <a:srgbClr val="0B7A7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 恢复中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3383280"/>
            <a:ext cx="1463040" cy="5486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S4 人工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S0→S1: P99&gt;350ms 持续2min  |  S1→S2: P99&gt;800ms 持续30s  |  S0→S2: 直通  |  原则: </a:t>
            </a:r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系统降级 &gt; 用户入参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商家过滤三级降级: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4434840"/>
            <a:ext cx="18288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 RocksDB  P99≤3ms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389120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4434840"/>
            <a:ext cx="182880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PG 回退  P99≈10ms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92240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4434840"/>
            <a:ext cx="182880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跳过过滤  filter_skipped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七、接口需求概览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检索接口  POST /api/v1/image/search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请求参数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query_image (必填) — 查询图片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merchant_scope — 商家 ID 列表 0-3000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414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merchant_scope_id — 预注册 scope 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— 返回数量，默认 100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time_range — 9m/18m/3m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data_scope — evergreen/rolling/all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enable_fallback — 默认 true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响应关键字段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results[].{image_id, score, product_id, is_evergreen}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meta.{confidence, strategy, degraded, filter_skipped, data_scope, search_scope_desc}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40233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写入接口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update-image（主链路 95%+）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+ merchant_id + category_l1（必填）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product_id（可选透传）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update-video（视频写入）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video_uri + merchant_id + category_l1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image/index（批量写入/迁移）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完整数据: embedding + merchant_ids + uri + tags + category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向后兼容承诺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1605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主版本周期内保持兼容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新增字段采用可选参数（带默认值）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非兼容变更通过新版本接口提供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九、成本约束 &amp; Go/No-Go 止损线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114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分阶段演进成本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当前基线: 44 台服务器 ¥181,000/月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  当前→3 年  |  40→85M 商家  |  基线 ¥181k/月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  3-5 年  |  85→100M 商家  |  +¥5-8k/月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阶段三  5-10 年  |  100→200M 商家  |  +¥12-15k/月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43000"/>
            <a:ext cx="40233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Go/No-Go 阶段性止损线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(3 个月): CTR ≥ 5% AND Recall@20 ≥ 75%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148840"/>
            <a:ext cx="731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正式运营 (6-9 月): 搜索→下单率 ≥ 0.5%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73152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成熟阶段 (12+ 月): 图搜 GMV 占比 ≥ 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84124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八、产品可配置能力边界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PM 可配置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0" y="3931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常青类目列表 · data_scope 默认值 · confidence 文案 · search_scope_desc 模板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联合验证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4233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相似度阈值 (0.75/0.50) · Top-K 默认值 — 需 A/B 实验 + 技术评审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系统保护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0" y="45354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开关 · Top-K 硬上限 · 降级阈值 · 时间分层边界 · 常青池硬上限 3 亿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7A7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BRD v3.9 总览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1920240" cy="13716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2103120"/>
            <a:ext cx="19202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~29.5 亿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系统规模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97480" y="2103120"/>
            <a:ext cx="1920240" cy="13716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10312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269748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69748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SLA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103120"/>
            <a:ext cx="1920240" cy="13716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1031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&lt;300ms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84632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延迟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95160" y="2103120"/>
            <a:ext cx="1920240" cy="13716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95160" y="210312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9951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1.47 亿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9951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月增图片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十一章完整覆盖：项目概述 · 数据规模 · 领域模型 · 功能需求 · 性能质量 · 高可用 SLA · 接口需求 · 数据质量 · 成本演进 · 验收标准 · 三视角 Checklist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以图搜商品系统 — 业务需求文档 BRD v3.9</dc:title>
  <dc:subject>PptxGenJS Presentation</dc:subject>
  <dc:creator>SZWEGO</dc:creator>
  <cp:lastModifiedBy>SZWEGO</cp:lastModifiedBy>
  <cp:revision>1</cp:revision>
  <dcterms:created xsi:type="dcterms:W3CDTF">2026-02-09T03:38:29Z</dcterms:created>
  <dcterms:modified xsi:type="dcterms:W3CDTF">2026-02-09T03:38:29Z</dcterms:modified>
</cp:coreProperties>
</file>